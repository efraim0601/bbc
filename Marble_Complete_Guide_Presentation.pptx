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dcc22e7dc426b" /><Relationship Type="http://schemas.openxmlformats.org/officeDocument/2006/relationships/extended-properties" Target="/docProps/app.xml" Id="R514d8458b6a5454f" /><Relationship Type="http://schemas.openxmlformats.org/officeDocument/2006/relationships/officeDocument" Target="/ppt/presentation.xml" Id="R2cb3b7f330b94e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915c8a232462e"/>
  </p:sldMasterIdLst>
  <p:notesMasterIdLst>
    <p:notesMasterId xmlns:r="http://schemas.openxmlformats.org/officeDocument/2006/relationships" r:id="R7c7614a750194d33"/>
  </p:notesMasterIdLst>
  <p:sldIdLst>
    <p:sldId xmlns:r="http://schemas.openxmlformats.org/officeDocument/2006/relationships" id="256" r:id="R3d3f8f69411d4499"/>
    <p:sldId xmlns:r="http://schemas.openxmlformats.org/officeDocument/2006/relationships" id="257" r:id="Rd810bb526eec4313"/>
    <p:sldId xmlns:r="http://schemas.openxmlformats.org/officeDocument/2006/relationships" id="258" r:id="R9e3bc2d48d194c95"/>
    <p:sldId xmlns:r="http://schemas.openxmlformats.org/officeDocument/2006/relationships" id="259" r:id="R2ef8fbe0b4734c43"/>
    <p:sldId xmlns:r="http://schemas.openxmlformats.org/officeDocument/2006/relationships" id="260" r:id="Rc157bd6c3d6e46d4"/>
    <p:sldId xmlns:r="http://schemas.openxmlformats.org/officeDocument/2006/relationships" id="261" r:id="Rdc4be76efddc43e5"/>
    <p:sldId xmlns:r="http://schemas.openxmlformats.org/officeDocument/2006/relationships" id="262" r:id="R65c37141a1ae403d"/>
    <p:sldId xmlns:r="http://schemas.openxmlformats.org/officeDocument/2006/relationships" id="263" r:id="Ra55ac95835a84816"/>
    <p:sldId xmlns:r="http://schemas.openxmlformats.org/officeDocument/2006/relationships" id="264" r:id="R26c9069d8b464903"/>
    <p:sldId xmlns:r="http://schemas.openxmlformats.org/officeDocument/2006/relationships" id="265" r:id="R0a2976a8d98449c8"/>
    <p:sldId xmlns:r="http://schemas.openxmlformats.org/officeDocument/2006/relationships" id="266" r:id="Rba97c0393dfd49a1"/>
    <p:sldId xmlns:r="http://schemas.openxmlformats.org/officeDocument/2006/relationships" id="267" r:id="R408aa1337b7d499e"/>
    <p:sldId xmlns:r="http://schemas.openxmlformats.org/officeDocument/2006/relationships" id="268" r:id="Rd7883e0e6f6a44b1"/>
    <p:sldId xmlns:r="http://schemas.openxmlformats.org/officeDocument/2006/relationships" id="269" r:id="Rca4d76d17b4a4972"/>
    <p:sldId xmlns:r="http://schemas.openxmlformats.org/officeDocument/2006/relationships" id="270" r:id="Ra192726595df47c3"/>
    <p:sldId xmlns:r="http://schemas.openxmlformats.org/officeDocument/2006/relationships" id="271" r:id="R8a5a6904bd194f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52039123a04a31" /><Relationship Type="http://schemas.openxmlformats.org/officeDocument/2006/relationships/slideMaster" Target="/ppt/slideMasters/slideMaster1.xml" Id="R770915c8a232462e" /><Relationship Type="http://schemas.openxmlformats.org/officeDocument/2006/relationships/notesMaster" Target="/ppt/notesMasters/notesMaster1.xml" Id="R7c7614a750194d33" /><Relationship Type="http://schemas.openxmlformats.org/officeDocument/2006/relationships/presProps" Target="/ppt/presProps.xml" Id="R062703f58794471a" /><Relationship Type="http://schemas.openxmlformats.org/officeDocument/2006/relationships/tableStyles" Target="/ppt/tableStyles.xml" Id="Rb8bd1b5691aa4f3d" /><Relationship Type="http://schemas.openxmlformats.org/officeDocument/2006/relationships/slide" Target="/ppt/slides/slide1.xml" Id="R3d3f8f69411d4499" /><Relationship Type="http://schemas.openxmlformats.org/officeDocument/2006/relationships/slide" Target="/ppt/slides/slide2.xml" Id="Rd810bb526eec4313" /><Relationship Type="http://schemas.openxmlformats.org/officeDocument/2006/relationships/slide" Target="/ppt/slides/slide3.xml" Id="R9e3bc2d48d194c95" /><Relationship Type="http://schemas.openxmlformats.org/officeDocument/2006/relationships/slide" Target="/ppt/slides/slide4.xml" Id="R2ef8fbe0b4734c43" /><Relationship Type="http://schemas.openxmlformats.org/officeDocument/2006/relationships/slide" Target="/ppt/slides/slide5.xml" Id="Rc157bd6c3d6e46d4" /><Relationship Type="http://schemas.openxmlformats.org/officeDocument/2006/relationships/slide" Target="/ppt/slides/slide6.xml" Id="Rdc4be76efddc43e5" /><Relationship Type="http://schemas.openxmlformats.org/officeDocument/2006/relationships/slide" Target="/ppt/slides/slide7.xml" Id="R65c37141a1ae403d" /><Relationship Type="http://schemas.openxmlformats.org/officeDocument/2006/relationships/slide" Target="/ppt/slides/slide8.xml" Id="Ra55ac95835a84816" /><Relationship Type="http://schemas.openxmlformats.org/officeDocument/2006/relationships/slide" Target="/ppt/slides/slide9.xml" Id="R26c9069d8b464903" /><Relationship Type="http://schemas.openxmlformats.org/officeDocument/2006/relationships/slide" Target="/ppt/slides/slide10.xml" Id="R0a2976a8d98449c8" /><Relationship Type="http://schemas.openxmlformats.org/officeDocument/2006/relationships/slide" Target="/ppt/slides/slide11.xml" Id="Rba97c0393dfd49a1" /><Relationship Type="http://schemas.openxmlformats.org/officeDocument/2006/relationships/slide" Target="/ppt/slides/slide12.xml" Id="R408aa1337b7d499e" /><Relationship Type="http://schemas.openxmlformats.org/officeDocument/2006/relationships/slide" Target="/ppt/slides/slide13.xml" Id="Rd7883e0e6f6a44b1" /><Relationship Type="http://schemas.openxmlformats.org/officeDocument/2006/relationships/slide" Target="/ppt/slides/slide14.xml" Id="Rca4d76d17b4a4972" /><Relationship Type="http://schemas.openxmlformats.org/officeDocument/2006/relationships/slide" Target="/ppt/slides/slide15.xml" Id="Ra192726595df47c3" /><Relationship Type="http://schemas.openxmlformats.org/officeDocument/2006/relationships/slide" Target="/ppt/slides/slide16.xml" Id="R8a5a6904bd19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36323f7c3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3b6d82cc3f4532" /><Relationship Type="http://schemas.openxmlformats.org/officeDocument/2006/relationships/notesMaster" Target="/ppt/notesMasters/notesMaster1.xml" Id="Rb60df7228040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99ca6799ff4b12" /><Relationship Type="http://schemas.openxmlformats.org/officeDocument/2006/relationships/notesMaster" Target="/ppt/notesMasters/notesMaster1.xml" Id="Rf36c2498fae6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4fe145967b475a" /><Relationship Type="http://schemas.openxmlformats.org/officeDocument/2006/relationships/notesMaster" Target="/ppt/notesMasters/notesMaster1.xml" Id="R31e55b83b6ae4e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1d4e36f2647c7" /><Relationship Type="http://schemas.openxmlformats.org/officeDocument/2006/relationships/notesMaster" Target="/ppt/notesMasters/notesMaster1.xml" Id="R52b1a04d86f94d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484c2d30694a26" /><Relationship Type="http://schemas.openxmlformats.org/officeDocument/2006/relationships/notesMaster" Target="/ppt/notesMasters/notesMaster1.xml" Id="R67deb72e20c54f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82d66601e4d37" /><Relationship Type="http://schemas.openxmlformats.org/officeDocument/2006/relationships/notesMaster" Target="/ppt/notesMasters/notesMaster1.xml" Id="R567242bec617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7b3133a484361" /><Relationship Type="http://schemas.openxmlformats.org/officeDocument/2006/relationships/notesMaster" Target="/ppt/notesMasters/notesMaster1.xml" Id="R8b440a5025904a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24bcf9c4ed44d6" /><Relationship Type="http://schemas.openxmlformats.org/officeDocument/2006/relationships/notesMaster" Target="/ppt/notesMasters/notesMaster1.xml" Id="R63bce462a1b4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5dc5eb81174206" /><Relationship Type="http://schemas.openxmlformats.org/officeDocument/2006/relationships/notesMaster" Target="/ppt/notesMasters/notesMaster1.xml" Id="R2f21f2e0f2b249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59ac94df17438e" /><Relationship Type="http://schemas.openxmlformats.org/officeDocument/2006/relationships/notesMaster" Target="/ppt/notesMasters/notesMaster1.xml" Id="R4adba8191b5e46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8b4501b35748f3" /><Relationship Type="http://schemas.openxmlformats.org/officeDocument/2006/relationships/notesMaster" Target="/ppt/notesMasters/notesMaster1.xml" Id="R05bbc418724249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3895bd2542450d" /><Relationship Type="http://schemas.openxmlformats.org/officeDocument/2006/relationships/notesMaster" Target="/ppt/notesMasters/notesMaster1.xml" Id="Ref8fe9219b6943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fd89c5020b4bec" /><Relationship Type="http://schemas.openxmlformats.org/officeDocument/2006/relationships/notesMaster" Target="/ppt/notesMasters/notesMaster1.xml" Id="R98e0f8cea84440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18763d1fd14e58" /><Relationship Type="http://schemas.openxmlformats.org/officeDocument/2006/relationships/notesMaster" Target="/ppt/notesMasters/notesMaster1.xml" Id="Ra24730c244ce4d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80de8abda94758" /><Relationship Type="http://schemas.openxmlformats.org/officeDocument/2006/relationships/notesMaster" Target="/ppt/notesMasters/notesMaster1.xml" Id="R0cff96c611da4d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e9943d57a74fce" /><Relationship Type="http://schemas.openxmlformats.org/officeDocument/2006/relationships/notesMaster" Target="/ppt/notesMasters/notesMaster1.xml" Id="R935c80909b37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C:/Projects/TEFO-CBS/AML_experiment/marble/Marble_Complete_Guide.md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426f89ad1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01be4c7f04147" /><Relationship Type="http://schemas.openxmlformats.org/officeDocument/2006/relationships/slideLayout" Target="/ppt/slideLayouts/slideLayout1.xml" Id="R97a4dc604b5848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4dc604b58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b79672694378" /><Relationship Type="http://schemas.openxmlformats.org/officeDocument/2006/relationships/notesSlide" Target="/ppt/notesSlides/notesSlide1.xml" Id="R2fe807c9f0264e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30c1324a54593" /><Relationship Type="http://schemas.openxmlformats.org/officeDocument/2006/relationships/notesSlide" Target="/ppt/notesSlides/notesSlide2.xml" Id="Rc75e0e856684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66cfb1564481f" /><Relationship Type="http://schemas.openxmlformats.org/officeDocument/2006/relationships/notesSlide" Target="/ppt/notesSlides/notesSlide3.xml" Id="R613a1ba27039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acd039bd14d24" /><Relationship Type="http://schemas.openxmlformats.org/officeDocument/2006/relationships/notesSlide" Target="/ppt/notesSlides/notesSlide4.xml" Id="Rdd89d348a97f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98d75eeba40eb" /><Relationship Type="http://schemas.openxmlformats.org/officeDocument/2006/relationships/notesSlide" Target="/ppt/notesSlides/notesSlide5.xml" Id="R5ba8830062064e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0d4480bfa4c59" /><Relationship Type="http://schemas.openxmlformats.org/officeDocument/2006/relationships/notesSlide" Target="/ppt/notesSlides/notesSlide6.xml" Id="R8dbdb5d49882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97dd67dc4d86" /><Relationship Type="http://schemas.openxmlformats.org/officeDocument/2006/relationships/notesSlide" Target="/ppt/notesSlides/notesSlide7.xml" Id="R35db9b1ac584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a38efc9749d6" /><Relationship Type="http://schemas.openxmlformats.org/officeDocument/2006/relationships/notesSlide" Target="/ppt/notesSlides/notesSlide8.xml" Id="R22c3a5f494a847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4fb2602cd4f20" /><Relationship Type="http://schemas.openxmlformats.org/officeDocument/2006/relationships/notesSlide" Target="/ppt/notesSlides/notesSlide9.xml" Id="R854a5aca250b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502ea6af1434d" /><Relationship Type="http://schemas.openxmlformats.org/officeDocument/2006/relationships/notesSlide" Target="/ppt/notesSlides/notesSlide10.xml" Id="Rc91c93ebfe6142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cdf0923034e63" /><Relationship Type="http://schemas.openxmlformats.org/officeDocument/2006/relationships/notesSlide" Target="/ppt/notesSlides/notesSlide11.xml" Id="Rdb67ee978e8645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618887fb42e5" /><Relationship Type="http://schemas.openxmlformats.org/officeDocument/2006/relationships/notesSlide" Target="/ppt/notesSlides/notesSlide12.xml" Id="R20f07f7c505040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4c9fa61c14bc3" /><Relationship Type="http://schemas.openxmlformats.org/officeDocument/2006/relationships/notesSlide" Target="/ppt/notesSlides/notesSlide13.xml" Id="R5081525a8f9d42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0bcaff64431e" /><Relationship Type="http://schemas.openxmlformats.org/officeDocument/2006/relationships/notesSlide" Target="/ppt/notesSlides/notesSlide14.xml" Id="Re44ac605c4fe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766b014d7484b" /><Relationship Type="http://schemas.openxmlformats.org/officeDocument/2006/relationships/notesSlide" Target="/ppt/notesSlides/notesSlide15.xml" Id="R4a7eddd494ed44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9a0dd47704392" /><Relationship Type="http://schemas.openxmlformats.org/officeDocument/2006/relationships/notesSlide" Target="/ppt/notesSlides/notesSlide16.xml" Id="R603f7a189c8f4f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1DAC0DF-7D35-4FAC-A958-D35A76C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Real-time AML decisions
for TEFO-CBS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E742EF0-51EE-4935-BF27-7655C34B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it does, how data and rules work, and how to integrate it safely.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3036B5E-CEB5-43DE-958A-7F22ECF1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MARBLE · OPERATING GUIDE</a:t>
            </a:r>
          </a:p>
        </p:txBody>
      </p:sp>
    </p:spTree>
    <p:extLst>
      <p:ext uri="{BB962C8B-B14F-4D97-AF65-F5344CB8AC3E}">
        <p14:creationId xmlns:p14="http://schemas.microsoft.com/office/powerpoint/2010/main" val="1214894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D3D40B1-9853-4B7A-84F7-D512C073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433653F-762B-40E8-96AA-FAF946E3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practical path from concept to production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Mental model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Architecture and data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 mechanics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Rules and outcomes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Integration contract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safeguards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5915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116D279-4762-4DB4-99F9-A0984AB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C7E1A7E-B177-4F97-8B5D-13E0870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Marble is a decision engine—not the banking system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BFFDF4AD-96AD-47F2-8EC7-9547FA4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SCORES
Each payment is evaluated synchronously against compliance-authored scenarios.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6BE1109-217A-47E1-9500-E9FB2075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EXPLAINS
The API returns the outcome, score, and per-rule hit, miss, or error.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B739FFC2-6A8C-46FB-9D02-429D9F3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ADVISES
TEFO-CBS still owns balances, settlement, payment rails, and the final action.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87973060-A74E-46F2-B4DC-96B0BA7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07938BD-D69A-4306-85DA-F7116C1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8B88A1F-70D4-43DE-A39D-C20ED1B3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09361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7C17F55-B2F5-4414-A71A-EDC8784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9068DF0-5DA6-471C-B66D-3CA09B8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operating boundary is clear: CBS owns truth; Marble evaluates risk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8189EA3-90C8-433D-A1B1-5EAD332B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14ED9AE-1C8F-4378-8F98-B227D8A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FC7245E-18AD-4854-A2BD-51A9FC27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KYC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Onboarding and identity verification remain outside the core engine.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D6184E4-EAAB-4794-A736-1E77D89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a gateway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Marble cannot directly stop a payment rail; your integration must act.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1677784-AC1D-4C1D-8D8A-78D1917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1DB9DA2-1E18-42F5-946E-01EC7E2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C70A534-A8E2-479F-92E4-EFA9140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E2BED10-1F7F-417C-9EE6-184837A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a ledger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Balances and transactions are copies pushed by the CBS.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223D8E2E-1784-4335-ACDF-758ECD7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5954F1BB-C452-4221-B5D4-1044840C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ONE-SENTENCE MODEL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 Marble every payment. It returns approve, review, block-and-review, or decline. Your CBS executes that verdict.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61966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0512A6F-214A-42A5-9409-387FFE27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7BFBEC6-8021-42DE-B8AE-9FD485C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linked data layers give rules the context they need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4D0044-410A-4B4F-9798-CF0F3386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CD10B82-850D-4918-A52B-CA9BD0D9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638226D-5F96-44E9-A579-7EB945A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6A33446-2B72-4231-AD72-9FEFF05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/ PARTY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E8BC32C-B637-4AEB-8AC5-C78FCCB1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9503CC7-714E-41EA-B1E6-BDB5EF3C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54E9D5E-D827-4B1A-A1A2-502B92E1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Balance, status, holder link, currency, and a monotonic updated_at.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23FD9E7-22EE-4727-AAF8-E7CB699D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Residency, FATCA, country, KYC attributes, and stable object IDs.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AB80D89-31ED-471C-9C7B-33F228E2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Amount, time, sender, destination, status, and links to both accounts.</a:t>
            </a:r>
          </a:p>
        </p:txBody>
      </p:sp>
    </p:spTree>
    <p:extLst>
      <p:ext uri="{BB962C8B-B14F-4D97-AF65-F5344CB8AC3E}">
        <p14:creationId xmlns:p14="http://schemas.microsoft.com/office/powerpoint/2010/main" val="12672577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B15FE77-4AA8-49F7-A2CA-45E1705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325D248-B0C2-4E9E-9C74-7DDFE45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50F6D46-F226-4F05-A18A-ACF32C6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0D57F17-DED4-4CB2-8BB9-CC27EEA1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0505259-8E4B-4192-B6F9-E8AB911D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decision pipeline converts scenario logic into an actionable outcome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C93BCA3-959E-4AC3-A084-A153EA5A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 decides whether the scenario runs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1B800A0-9145-4502-83A2-D668766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Possible outcomes for the CBS to handle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34242A9-0BCF-4803-815F-C62670C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 modifiers produce the total score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D492EA2-50C2-46B1-BED9-444DF78A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B656BE4-A6BB-4864-AABB-3A7A3D99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CBE252A-B7E8-412C-8BF2-97894FD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2976FE6-7F32-4A1A-A914-1B18ACC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 TRANSACTION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the payload, resolve the trigger, evaluate each rule, sum modifiers, map the score to scenario thresholds, then persist the audit trail.</a:t>
            </a:r>
          </a:p>
        </p:txBody>
      </p:sp>
    </p:spTree>
    <p:extLst>
      <p:ext uri="{BB962C8B-B14F-4D97-AF65-F5344CB8AC3E}">
        <p14:creationId xmlns:p14="http://schemas.microsoft.com/office/powerpoint/2010/main" val="11140764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49C8C08-36FE-41D6-82A2-2FA2DB41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A03C7EB-DB3F-496D-ACF9-36C588F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Thresholds turn the same score into different outcomes by scenario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AD9F2A5A-11EF-4AA5-AE53-6A618E73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
Score stays below the review threshold. The payment proceeds.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D6FF24C0-0640-4FE3-96B1-977D97E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/ BLOCK
Human review or an immediate freeze is required, depending on the threshold crossed.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71B527BB-652B-4365-8E5D-F670B12D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DECLINE
Score reaches the reject threshold. The CBS rejects the payment.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23D1FC2-CE16-47A5-B6CE-02A5752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B59D9A08-0572-4E08-BE6B-D650C190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EBEAFAA-73A2-4401-A98E-A9E49F41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154149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6CC2361-F9ED-413C-B417-7598368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AD9EB09-D2DC-41CE-BC7D-B4B4C44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Ingestion is bitemporal—and updated_at is the version clock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3344E82-5788-469B-9C39-BD4A39D4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BF08321-72E6-4B4E-B94A-E42562EB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5613A3E-1362-4716-A814-178D61D4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Equal timestamp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first write wins, creating a race hazard.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8697DEA-B4CA-4419-B7B3-4355DB2D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Older timestamp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 200—but the update is silently ignored.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E3D6D048-6C80-4006-95D0-65863AD5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2460277-F1CF-4B6F-84F5-B44D7A6D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4BF0A3A-852B-438A-923A-50A397A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A49F382-0D53-4B12-B0BC-DC79C026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Newer timestamp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new version is inserted and rules see the new value.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9485AE16-6685-45D5-9942-16BEFE27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879CDCAC-4A10-42A8-ACB8-08E2CD14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CRITICAL BEHAVIOR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Marble does not mutate a row. A newer version closes the old record and becomes live. Missing fields can merge from the previous version.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092322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A9802E6-C6FD-4D51-9838-DBFD2F2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ED54EE3-6BFB-4363-9D87-E78E0486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first, transaction history second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B623457-D111-4240-B251-103CD28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8F2F88D-618D-48FF-A572-DD88BD9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E752F9A-A599-4C25-A7A5-7A040D4B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35CF073-7565-4A17-9CA3-502675F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49E64DF-AFD0-4A33-98A8-F348AFCE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MID-FLIGHT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4C7DA33-9ADC-4A6F-B9D3-88185C14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51A99E5-79AC-49CE-8950-90E620B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 verdict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 /v1/decisions with the transaction payload before settlement.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8EB4036-675E-4895-B6FB-95703CD1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context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Ingest parties, companies, accounts, and enough history for aggregate rules.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CBF22DE-D59F-47B8-AE71-01344AE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reality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Ingest the final transaction, then re-ingest the account with its new balance.</a:t>
            </a:r>
          </a:p>
        </p:txBody>
      </p:sp>
    </p:spTree>
    <p:extLst>
      <p:ext uri="{BB962C8B-B14F-4D97-AF65-F5344CB8AC3E}">
        <p14:creationId xmlns:p14="http://schemas.microsoft.com/office/powerpoint/2010/main" val="17276131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C899823-A0F4-425B-B65F-903042D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C6238C0-29AA-4A2E-B70A-9955313A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 200 can still hide a control failure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FC944DB1-9C0A-4234-BEA4-F3B8B037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1F80404-83A5-402C-B47F-68BC7999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DCC30EB-9E33-47BF-81AC-1096400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 context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 linked data can produce rule errors and contribute no score.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1428ADC-F00B-4E6D-AD35-4166DEB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Stale update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older updated_at can return success while leaving live data unchanged.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9941439-3766-4A77-ABE2-5158AF8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FF84954-B377-4FBD-BE28-390E9355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31D059EE-C6B7-44CD-9517-739719B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1D28439-1C54-4517-AEA1-E59024E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Skipped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false trigger returns HTTP 200 with metadata.skipped = 1; no rules ran.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FC31466-A6EC-4A59-A356-B30E46A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7E2CE6FE-9600-442A-AFDE-707CA8A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THE RESPONSE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monitoring must inspect metadata, rule outcomes, and rule errors—not only transport status.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839690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1D8CD5E-C1A3-490C-B14D-418E9F8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2A2DB6-EB65-42DB-BB3C-AFC9318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most dangerous defects are semantic, not technical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57389FC-5477-40D6-A92B-3EA646E8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BLIND TRIGGERS
Balance or profile predicates can exclude the exact suspicious population you intended to monitor.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390055DB-6888-4176-83A2-9528ACA7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MISLEADING RULES
Names may not match formulas; case sensitivity and inverted comparisons can create dead controls.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39A71A80-47BD-4589-A774-09860ADA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BROKEN AGGREGATES
Pivot-scoped history may return NULL. Prefer explicit account filters and adversarial tests.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30EAED0-98C3-478B-8F4F-DB40891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F9512796-683E-4F71-B572-0D270A72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0B024750-B31F-4E01-9463-34CF864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357682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C7A24D7-2C5E-49C3-852A-01243BF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B8FAAE1-9C6C-48F8-9DE3-1DFEC1FF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F5034A2-4F9E-49E2-817F-08BD6BB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C762E4F-18BF-4318-BAB5-FA6FEC05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FA5EECB-14EA-4E84-AD3C-905C5F4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credible test suite proves good traffic flows and bad traffic stops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F445667-2BAA-48C5-AB20-46C9858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Approve, review, decline, and skip cases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3F46832-32C3-4996-8300-07802C4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ISO-8601 timestamp strategy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C29D340-0FDC-43A8-84EF-3FC2E65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Happy-path and adversarial test per rule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232D48C-1708-43A2-AF0D-DAD9ACF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1F26E8F-B634-4E87-8EF8-DD406F28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0A6756D-B6F7-465E-B42E-408FDB43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96ACF37-D9D4-4907-8238-3981D8A9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COVERAGE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expected outcomes, controls, adversarial cases, fresh timestamps, skipped decisions, and per-rule errors before publishing a scenario.</a:t>
            </a:r>
          </a:p>
        </p:txBody>
      </p:sp>
    </p:spTree>
    <p:extLst>
      <p:ext uri="{BB962C8B-B14F-4D97-AF65-F5344CB8AC3E}">
        <p14:creationId xmlns:p14="http://schemas.microsoft.com/office/powerpoint/2010/main" val="15765769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CE9D7E0-59D2-475F-84EE-D9902022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FAB9AD7-DFB4-4B73-94FA-1AC3B95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free core is useful; production plans must respect gated dependencies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5A8553AC-78DA-4CDA-A541-E0D36FD8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05D1054E-7E96-4328-B5D5-AB81FBF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EC8196A-068D-42D7-B180-BDAA6B29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SSO, roles, audit, workflows, auto-assign, customer scoring, and AI features.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9932E36-D100-4A25-BC21-244E019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Sanctions needs OpenSanctions data; analytics needs Metabase and storage configuration.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DFAA187-C9EF-42A4-8DD6-94AB04E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227CAB26-6444-40EC-BFF3-EE75BF9E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A2AD6C9F-7EFE-4A47-B2D8-5033841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ACF1C47-F628-4CCD-8E4B-1C05454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 builder, decisions API, ingestion, lists, and basic case management.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780992B8-316A-48B0-A12B-8C7270A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BEB96537-F91B-43A2-BF0A-AF0071E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SELF-HOST REALITY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scenarios, custom rules, decisions, ingestion, lists, and basic case management work locally. Premium and external services vary.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49770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A4506A1-9D72-4619-9242-778F1A9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309033-4836-475F-85B6-2AE741A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TEFO-CBS integration follows one enforceable contract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FBD29C9-8792-42D1-AB2D-BCE50C98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D993E75-E763-440A-BECA-2D5DA84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CC4DB50-516D-49B3-BFB7-5ED5E531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4306264-5912-4976-AC11-3738F1F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· REQUEST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5579BFA-1780-48FB-9313-A1649A9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· ACT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D91F56E-DE82-48C9-ACA8-FC470637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· RECORD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57E67F7-6E95-4499-B7ED-AB89828A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Handle outcome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Proceed, hold, freeze, or reject in the CBS according to the verdict.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D3C9A7D-CD4A-4B86-9532-CA3D5668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Call Marble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Send the transaction to the decision API with its scenario context.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3C38C32-9B95-442B-97A6-7B84E47F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Close the loop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Ingest final status, refresh account state, and monitor scenario skip rates.</a:t>
            </a:r>
          </a:p>
        </p:txBody>
      </p:sp>
    </p:spTree>
    <p:extLst>
      <p:ext uri="{BB962C8B-B14F-4D97-AF65-F5344CB8AC3E}">
        <p14:creationId xmlns:p14="http://schemas.microsoft.com/office/powerpoint/2010/main" val="18015778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5CAC4AF-6E4D-42C4-A548-0B91D39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DC82353-4E81-4629-8C36-5753B65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Production readiness is an operational discipline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Guarantee monotonic updated_at per object_id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Enforce decision-before-ingest ordering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Ingest every linked entity before go-live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every rule in both directions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Monitor skip rates and rule errors by scenario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Align thresholds with compliance risk appetite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6001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A9FE4F0-46D2-4BE0-92DC-79D8F254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 silent failure
impossible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2B9313C-12DC-4736-8286-6D8E1C8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 the data contract.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the crime, not the rule name.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 skips as a first-class control metric.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1DECEC-88D8-4007-BB7B-684D214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MARBLE · TEFO-CBS</a:t>
            </a:r>
          </a:p>
        </p:txBody>
      </p:sp>
    </p:spTree>
    <p:extLst>
      <p:ext uri="{BB962C8B-B14F-4D97-AF65-F5344CB8AC3E}">
        <p14:creationId xmlns:p14="http://schemas.microsoft.com/office/powerpoint/2010/main" val="1275000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2026-08-05T15:39:22.0630000Z</dcterms:created>
  <dcterms:modified xsi:type="dcterms:W3CDTF">2026-08-05T15:39:22.0640000Z</dcterms:modified>
</coreProperties>
</file>